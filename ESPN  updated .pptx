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80" r:id="rId5"/>
    <p:sldId id="278" r:id="rId6"/>
    <p:sldId id="261" r:id="rId7"/>
    <p:sldId id="281" r:id="rId8"/>
    <p:sldId id="263" r:id="rId9"/>
    <p:sldId id="265" r:id="rId10"/>
    <p:sldId id="296" r:id="rId11"/>
    <p:sldId id="264" r:id="rId12"/>
    <p:sldId id="266" r:id="rId13"/>
    <p:sldId id="267" r:id="rId14"/>
    <p:sldId id="282" r:id="rId15"/>
    <p:sldId id="283" r:id="rId16"/>
    <p:sldId id="284" r:id="rId17"/>
    <p:sldId id="285" r:id="rId18"/>
    <p:sldId id="286" r:id="rId19"/>
    <p:sldId id="276" r:id="rId20"/>
    <p:sldId id="295" r:id="rId21"/>
    <p:sldId id="259" r:id="rId22"/>
    <p:sldId id="294" r:id="rId23"/>
  </p:sldIdLst>
  <p:sldSz cx="12192000" cy="6858000"/>
  <p:notesSz cx="6858000" cy="9144000"/>
  <p:embeddedFontLst>
    <p:embeddedFont>
      <p:font typeface="Calibri" panose="020F0502020204030204"/>
      <p:regular r:id="rId27"/>
    </p:embeddedFont>
    <p:embeddedFont>
      <p:font typeface="Libre Baskerville" panose="02000000000000000000"/>
      <p:regular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>
        <p:scale>
          <a:sx n="53" d="100"/>
          <a:sy n="53" d="100"/>
        </p:scale>
        <p:origin x="188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185" y="-548864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1104644" y="4860435"/>
            <a:ext cx="92912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Scraping and Exploratory Data Analysis of ESPN  	Cricket Batting Data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117" y="3226212"/>
            <a:ext cx="351643" cy="3132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79720" y="3182778"/>
            <a:ext cx="220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ESPN </a:t>
            </a:r>
            <a:r>
              <a:rPr lang="en-I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cricinfo</a:t>
            </a:r>
            <a:endParaRPr lang="en-I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434" y="241238"/>
            <a:ext cx="10515600" cy="99172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Me: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90575" y="1612900"/>
            <a:ext cx="10742930" cy="4410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I am </a:t>
            </a:r>
            <a:r>
              <a:rPr kumimoji="0" lang="en-I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KHAJA MAINUDDIN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kumimoji="0" lang="en-I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graduate with a strong passion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and  Visualization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Skilled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exploring real-world datasets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uncover meaningful insights.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Experienced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data extraction and cleaning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Python tools.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Continuously learning to enhance expertise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and analytics tools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- </a:t>
            </a:r>
            <a:r>
              <a:rPr lang="en-US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https://github.com/Mainuddin123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LINKEDIN -</a:t>
            </a:r>
            <a:r>
              <a:rPr lang="en-I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https://www.linkedin.com/in/shaik-khajamainuddin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7622" y="276635"/>
            <a:ext cx="10515600" cy="915035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Preface: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177" y="1191670"/>
            <a:ext cx="9721645" cy="4351338"/>
          </a:xfrm>
        </p:spPr>
        <p:txBody>
          <a:bodyPr>
            <a:normAutofit fontScale="70000" lnSpcReduction="20000"/>
          </a:bodyPr>
          <a:lstStyle/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 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SCRAPPING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STEPS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545" y="289068"/>
            <a:ext cx="10498393" cy="98975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125" y="1381125"/>
            <a:ext cx="8548370" cy="5344160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Cricket generates a large amount of performance data.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 is available online but not in a structured format.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Platforms like ESPN Cricinfo provide detailed player statistics.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we use web scraping and EDA to analyze ODI batting performance.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utoShape 4" descr="IMDb Yellow Logo on Transparent Background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4" name="AutoShape 2" descr="AmbitionBox - Salary &amp; Reviews – Apps on Google Play"/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pic>
        <p:nvPicPr>
          <p:cNvPr id="683" name="Picture 68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712" y="1278827"/>
            <a:ext cx="2753743" cy="24530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545" y="289068"/>
            <a:ext cx="10498393" cy="98975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Problem: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utoShape 4" descr="IMDb Yellow Logo on Transparent Background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4" name="AutoShape 2" descr="AmbitionBox - Salary &amp; Reviews – Apps on Google Play"/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494665" y="1614805"/>
            <a:ext cx="8502015" cy="4338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3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Cricket performance data is available online but lacks structured format for analysis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3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evaluation of large datasets is inefficient and error-prone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3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players using multiple performance metrics is challenging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3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data-driven approach is required to derive meaningful insights and support decision-making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6636" y="1539697"/>
            <a:ext cx="2753743" cy="24530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81" y="430018"/>
            <a:ext cx="2907890" cy="9091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5365" y="1506855"/>
            <a:ext cx="9721850" cy="4170045"/>
          </a:xfrm>
        </p:spPr>
        <p:txBody>
          <a:bodyPr>
            <a:normAutofit lnSpcReduction="10000"/>
          </a:bodyPr>
          <a:lstStyle/>
          <a:p>
            <a:pPr>
              <a:lnSpc>
                <a:spcPct val="24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structured ODI batting data using web scraping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4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player performance using core metrics like Runs, Average, and Strike Rate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4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high-performing players through data-driven analysis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4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relationships between variables to discover performance patterns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541" y="425011"/>
            <a:ext cx="3657623" cy="684068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Scraping: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9905" y="1280795"/>
            <a:ext cx="5567680" cy="4848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ESPN Cricinfo was used as the data source.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Inspected the webpage to find the data table.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Requests to get webpage data.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BeautifulSoup to extract required data.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data from multiple pages.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pagination to collect 500+ records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8314" y="1280673"/>
            <a:ext cx="5702733" cy="37427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5159" y="298011"/>
            <a:ext cx="3657623" cy="684068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319" y="1109079"/>
            <a:ext cx="9682584" cy="46398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553" y="435917"/>
            <a:ext cx="3008179" cy="823861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4326" y="1517596"/>
            <a:ext cx="3930769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7014" y="4568005"/>
            <a:ext cx="319087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RegEx - Transformation Services | openHA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75" y="3063874"/>
            <a:ext cx="4019550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Beautiful Soup 4 | Funth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5777" y="1381892"/>
            <a:ext cx="3267075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Citing and logo — seaborn 0.13.2 ..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595" y="4710880"/>
            <a:ext cx="40005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Matplotlib Logo &amp; Brand Assets (SVG ...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1926" y="3109858"/>
            <a:ext cx="3705225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036" y="249722"/>
            <a:ext cx="5008061" cy="723672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Steps: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3670" y="1169670"/>
            <a:ext cx="5690235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9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special characters to maintain data consistency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9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Treated missing values using NaN for accurate processing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9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correct data types by converting columns to numeric format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9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 entries to improve data quality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9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column names for better readability and analysis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7240" y="549891"/>
            <a:ext cx="6018806" cy="51387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3230" y="279400"/>
            <a:ext cx="5203190" cy="1727835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  <a:b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HISTOGRAM (RUNS DISTRIBUTION)</a:t>
            </a:r>
            <a:b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2595" y="2007235"/>
            <a:ext cx="5315585" cy="37109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runs is right-skewed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players have lower run totals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players have extremely high runs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unequal performance distribution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2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Elite players dominate overall statistics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3435" y="841375"/>
            <a:ext cx="5855970" cy="56451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2760" y="2174240"/>
            <a:ext cx="5012055" cy="38671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Boxplot shows spread of runs clearly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players fall within a moderate range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extreme outliers present at higher end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 represent top-performing players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gap between average and elite players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0" y="908567"/>
            <a:ext cx="5402943" cy="614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 PLOT (OUTLIERS)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1195" y="1045210"/>
            <a:ext cx="6113145" cy="51600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1160" y="2460625"/>
            <a:ext cx="5012055" cy="3606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relationship between strike rate and average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Slight positive trend observed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are widely scattered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variability in player performance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Scoring speed does not guarantee consistency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-1" y="1228589"/>
            <a:ext cx="5402943" cy="614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Strike Rate vs Average 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(Scatter Plot)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8607" y="1140134"/>
            <a:ext cx="5746324" cy="51630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0600" y="2413336"/>
            <a:ext cx="5011948" cy="3319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1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line shows upward trend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1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weak positive correlation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1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points are highly dispersed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1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is not strong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1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reliable for prediction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-1" y="1504324"/>
            <a:ext cx="5402943" cy="614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 Analysis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3215" y="754380"/>
            <a:ext cx="5847715" cy="53486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2166" y="2353208"/>
            <a:ext cx="5011948" cy="3599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9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top 10 players by runs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9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players score significantly higher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9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gap between highest and others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9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concentrated among few players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9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dominance of elite players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0" y="918349"/>
            <a:ext cx="5402943" cy="614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10 Players (Bar Chart)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3390" y="629920"/>
            <a:ext cx="5686425" cy="54775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4675" y="1757680"/>
            <a:ext cx="5012055" cy="41433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strongly correlated with Matches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strongly correlated with Balls Faced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shows moderate correlation with Runs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Strike Rate has weak correlation with Runs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depends more on opportunities than speed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0" y="969357"/>
            <a:ext cx="5402943" cy="614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HEATMAP (CORRELATION)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1520" y="354965"/>
            <a:ext cx="5597525" cy="575246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93675"/>
            <a:ext cx="2794000" cy="904875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20750" y="968866"/>
            <a:ext cx="10826750" cy="5631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Dominance by Few Players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small group of players contributes a large portion of total runs, showing that performance is concentrated among top players.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Matches Strongly Impact Runs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strong relationship between matches played and total runs, indicating that more opportunities lead to higher scoring.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Impact of Strike Rate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Strike rate shows only a weak relationship with total runs, meaning aggressive scoring does not always result in higher totals.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 Performance Varies Widely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Batting performance differs significantly across players, highlighting different playing styles and consistency levels.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25450" y="174625"/>
            <a:ext cx="7346950" cy="771525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Experiences &amp; Challenges: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219200" y="1203325"/>
            <a:ext cx="9753600" cy="451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342900" lvl="0" indent="-342900" eaLnBrk="0" fontAlgn="base" hangingPunct="0">
              <a:lnSpc>
                <a:spcPct val="27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Faced issues with pagination in scraping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27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was unstructured and inconsistent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27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 was challenging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27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Converting data types required preprocessing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27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Ensuring clean and accurate dataset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475" y="174503"/>
            <a:ext cx="9417049" cy="5886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863178" y="2601247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3983084" y="1081308"/>
            <a:ext cx="4716253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 panose="02000000000000000000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 panose="02000000000000000000"/>
                <a:ea typeface="Libre Baskerville" panose="02000000000000000000"/>
                <a:cs typeface="Libre Baskerville" panose="02000000000000000000"/>
                <a:sym typeface="Libre Baskerville" panose="02000000000000000000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4386</Words>
  <Application>WPS Presentation</Application>
  <PresentationFormat>Widescreen</PresentationFormat>
  <Paragraphs>145</Paragraphs>
  <Slides>20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Arial</vt:lpstr>
      <vt:lpstr>SimSun</vt:lpstr>
      <vt:lpstr>Wingdings</vt:lpstr>
      <vt:lpstr>Arial</vt:lpstr>
      <vt:lpstr>Calibri</vt:lpstr>
      <vt:lpstr>Times New Roman</vt:lpstr>
      <vt:lpstr>Microsoft YaHei</vt:lpstr>
      <vt:lpstr>Arial Unicode MS</vt:lpstr>
      <vt:lpstr>Libre Baskerville</vt:lpstr>
      <vt:lpstr>Office Theme</vt:lpstr>
      <vt:lpstr>PowerPoint 演示文稿</vt:lpstr>
      <vt:lpstr>About Me:</vt:lpstr>
      <vt:lpstr>Preface:</vt:lpstr>
      <vt:lpstr>Introduction:</vt:lpstr>
      <vt:lpstr>Business Problem:</vt:lpstr>
      <vt:lpstr>Objectives:</vt:lpstr>
      <vt:lpstr>Web Scraping:</vt:lpstr>
      <vt:lpstr>Dataset:</vt:lpstr>
      <vt:lpstr>Tools Used:</vt:lpstr>
      <vt:lpstr>Data Cleaning Steps:</vt:lpstr>
      <vt:lpstr>Data Visualization: Runs distribution(Histogram) </vt:lpstr>
      <vt:lpstr>Data Visualization:</vt:lpstr>
      <vt:lpstr>Data Visualization:</vt:lpstr>
      <vt:lpstr>Data Visualization:</vt:lpstr>
      <vt:lpstr>Data Visualization:</vt:lpstr>
      <vt:lpstr>Data Visualization:</vt:lpstr>
      <vt:lpstr>Conclusion:</vt:lpstr>
      <vt:lpstr>Experiences &amp; Challenges: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Khaja Mainuddin</cp:lastModifiedBy>
  <cp:revision>33</cp:revision>
  <dcterms:created xsi:type="dcterms:W3CDTF">2021-02-16T05:19:00Z</dcterms:created>
  <dcterms:modified xsi:type="dcterms:W3CDTF">2026-04-28T14:17:09Z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C3C3DFFF338245B798714001A11C6B16_13</vt:lpwstr>
  </property>
</Properties>
</file>